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40"/>
    <p:restoredTop sz="94610"/>
  </p:normalViewPr>
  <p:slideViewPr>
    <p:cSldViewPr snapToGrid="0" snapToObjects="1">
      <p:cViewPr>
        <p:scale>
          <a:sx n="166" d="100"/>
          <a:sy n="166" d="100"/>
        </p:scale>
        <p:origin x="1064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390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943600" y="914400"/>
            <a:ext cx="2926080" cy="2926080"/>
          </a:xfrm>
          <a:prstGeom prst="rect">
            <a:avLst/>
          </a:prstGeom>
          <a:solidFill>
            <a:srgbClr val="252B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08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9144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 d'Onboarding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 Intelligent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NLP — Master ISF 2026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65760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Multi-Agents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Clément Le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Berre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Martin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Rullié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Audrey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Ngoloho</a:t>
            </a:r>
            <a:endParaRPr lang="en-US" sz="13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&amp; Objectif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64008" cy="32004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nouvel employé doit jongler entre 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RH éparpillés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employés à chercher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à envoyer manuellement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à planifier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64008" cy="3200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12064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Notre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assistant conversationnel unique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gère tout 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aux questions RH (RAG)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 la base employés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des messages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 des réunions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Multi-Agents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0" y="1013524"/>
            <a:ext cx="3657600" cy="822960"/>
          </a:xfrm>
          <a:prstGeom prst="rect">
            <a:avLst/>
          </a:prstGeom>
          <a:solidFill>
            <a:srgbClr val="0284C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0" y="1005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Principal (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1828800" cy="1463040"/>
          </a:xfrm>
          <a:prstGeom prst="rect">
            <a:avLst/>
          </a:prstGeom>
          <a:solidFill>
            <a:srgbClr val="252B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68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Mistral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docs RH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514600" y="2286000"/>
            <a:ext cx="1828800" cy="1463040"/>
          </a:xfrm>
          <a:prstGeom prst="rect">
            <a:avLst/>
          </a:prstGeom>
          <a:solidFill>
            <a:srgbClr val="252B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2514600" y="228600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146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51460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employés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0" y="2286000"/>
            <a:ext cx="1828800" cy="1463040"/>
          </a:xfrm>
          <a:prstGeom prst="rect">
            <a:avLst/>
          </a:prstGeom>
          <a:solidFill>
            <a:srgbClr val="252B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4572000" y="228600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4688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720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0" y="34061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629400" y="2286000"/>
            <a:ext cx="1828800" cy="1463040"/>
          </a:xfrm>
          <a:prstGeom prst="rect">
            <a:avLst/>
          </a:prstGeom>
          <a:solidFill>
            <a:srgbClr val="252B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1"/>
          <p:cNvSpPr/>
          <p:nvPr/>
        </p:nvSpPr>
        <p:spPr>
          <a:xfrm>
            <a:off x="6629400" y="228600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46888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294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629400" y="34061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Simulé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57200" y="4114800"/>
            <a:ext cx="8001000" cy="548640"/>
          </a:xfrm>
          <a:prstGeom prst="rect">
            <a:avLst/>
          </a:prstGeom>
          <a:solidFill>
            <a:srgbClr val="1E27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25"/>
          <p:cNvSpPr/>
          <p:nvPr/>
        </p:nvSpPr>
        <p:spPr>
          <a:xfrm>
            <a:off x="457200" y="4114800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 ·  Sélecteur d'employé  ·  Chat  ·  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Debug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Technique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31620" y="129159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31620" y="1291590"/>
            <a:ext cx="187452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531620" y="147447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31620" y="184023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Small (temp. 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34740" y="129159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34740" y="1291590"/>
            <a:ext cx="187452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34740" y="147447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34740" y="184023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mistral-embed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37860" y="129159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737860" y="1291590"/>
            <a:ext cx="1874520" cy="457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737860" y="147447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37860" y="184023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 (ReAct)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531620" y="293751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531620" y="2937510"/>
            <a:ext cx="18745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531620" y="312039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31620" y="348615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34740" y="293751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34740" y="2937510"/>
            <a:ext cx="1874520" cy="457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34740" y="312039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34740" y="348615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37860" y="293751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5737860" y="2937510"/>
            <a:ext cx="1874520" cy="4572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737860" y="312039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37860" y="348615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RAG — Base de connaissances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docs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mutuelle, horaires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télétravail, congés...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820" y="1572768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94560" y="109728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2194560" y="109728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219456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19456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chars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overlap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339" y="1572768"/>
            <a:ext cx="228600" cy="228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931920" y="109728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3931920" y="109728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2"/>
          <p:cNvSpPr/>
          <p:nvPr/>
        </p:nvSpPr>
        <p:spPr>
          <a:xfrm>
            <a:off x="393192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93192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mistral-embed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808" y="1572768"/>
            <a:ext cx="228600" cy="228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669280" y="109728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5669280" y="109728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566928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6928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sémantique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572768"/>
            <a:ext cx="228600" cy="2286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406640" y="1097280"/>
            <a:ext cx="1508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7406640" y="1097280"/>
            <a:ext cx="150876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0"/>
          <p:cNvSpPr/>
          <p:nvPr/>
        </p:nvSpPr>
        <p:spPr>
          <a:xfrm>
            <a:off x="740664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06640" y="17830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réponse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3"/>
          <p:cNvSpPr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 clés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31520" y="3429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sourcées : les documents consultés sont cités dans chaque réponse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contextuel : le LLM ne répond qu'à partir du contexte récupéré (pas d'hallucination)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mis en cache : FAISS persisté sur disque pour les lancements suivants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Sub-Agents : Data, Messages &amp; Réunions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Agent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22860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get_employee(name)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get_manager(name)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search_employees(query)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15 employés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LIKE partielle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10058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337560" y="100584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188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 Agent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204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20440" y="2606040"/>
            <a:ext cx="22860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352044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send_message(to, message)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52044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Slack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: ID + timestamp + statut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217920" y="100584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6217920" y="100584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188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 Agent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008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0" y="2606040"/>
            <a:ext cx="22860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640080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check_availability(...)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schedule_meeting(...)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008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dispo / 20% conflit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 alternatifs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en action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252B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Qui est mon manager ? Envoie-lui un message et planifie un point demain à 10h. »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99339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40080" y="19933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280160" y="1920240"/>
            <a:ext cx="3657600" cy="54864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146304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Agent → get_manager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05740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577840" y="1920240"/>
            <a:ext cx="3108960" cy="548640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576072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: Bob Durand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2679192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640080" y="2679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280160" y="2606040"/>
            <a:ext cx="3657600" cy="54864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146304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Agent → send_message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43200"/>
            <a:ext cx="274320" cy="2743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77840" y="2606040"/>
            <a:ext cx="3108960" cy="548640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576072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envoyé (ID: msg-4827)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3649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7"/>
          <p:cNvSpPr/>
          <p:nvPr/>
        </p:nvSpPr>
        <p:spPr>
          <a:xfrm>
            <a:off x="640080" y="3364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1280160" y="3291840"/>
            <a:ext cx="3657600" cy="54864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1463040" y="32918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 Agent → check_availability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429000"/>
            <a:ext cx="274320" cy="27432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577840" y="3291840"/>
            <a:ext cx="3108960" cy="548640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576072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 disponible : 10h-10h30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4050792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3"/>
          <p:cNvSpPr/>
          <p:nvPr/>
        </p:nvSpPr>
        <p:spPr>
          <a:xfrm>
            <a:off x="640080" y="4050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1280160" y="3977640"/>
            <a:ext cx="3657600" cy="548640"/>
          </a:xfrm>
          <a:prstGeom prst="rect">
            <a:avLst/>
          </a:prstGeom>
          <a:solidFill>
            <a:srgbClr val="252B4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5"/>
          <p:cNvSpPr/>
          <p:nvPr/>
        </p:nvSpPr>
        <p:spPr>
          <a:xfrm>
            <a:off x="146304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 Agent → schedule_meeting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4114800"/>
            <a:ext cx="274320" cy="27432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577840" y="3977640"/>
            <a:ext cx="3108960" cy="548640"/>
          </a:xfrm>
          <a:prstGeom prst="rect">
            <a:avLst/>
          </a:prstGeom>
          <a:solidFill>
            <a:srgbClr val="1E27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7"/>
          <p:cNvSpPr/>
          <p:nvPr/>
        </p:nvSpPr>
        <p:spPr>
          <a:xfrm>
            <a:off x="57607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planifiée (ID: mtg-1293)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Debug / Trace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Panneau latéral activable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dans la sidebar Streamlit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: horodatage, agent, outil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passés et résultat de chaque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RAG consultées (titres / IDs)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d'appels complète + durée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ExecutionTrace + ToolCallTrace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1A1F3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trace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15544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[14:32:01] DB Agent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get_manager("Jean Dupont")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Bob Durand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[14:32:03] Message Agent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send_message("Bob Durand", "...")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msg-4827 ✓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[14:32:04] RAG Module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query: "mutuelle"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→ Sources: mutuelle.md (chunks 1,3)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Durée totale: 3.2s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Difficultés rencontrées &amp; Solutions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multi-tools sur requêtes complexes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13898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Pattern ReAct via LangGraph : l'agent raisonne étape par étape et chaîne les appels automatiquement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54864" cy="82296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73152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du main agent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23500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System prompt structuré listant les outils + cas d'usage + contraintes (français, refus hors-sujet, citation des sources)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73152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employé dynamique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33101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Injection du nom de l'employé connecté dans le system prompt à chaque requête via le sélecteur sidebar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57200" y="3886200"/>
            <a:ext cx="54864" cy="82296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73152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Qualité du RAG (réponses non pertinentes)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4270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Chunking optimisé (500/50 overlap) + instruction au LLM de ne répondre qu'à partir du contexte fourni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252B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qui fonctionne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fluide de requêtes multi-étapes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pertinent avec citations des 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debug/trace complet et lisible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intuitive (chat + annuaire)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poli des questions hors-sujet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solidFill>
            <a:srgbClr val="252B4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Pistes d'amélioration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0" y="164592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Tx/>
              <a:buChar char="•"/>
            </a:pP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</a:t>
            </a:r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réelle Slack / Google Calendar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conversationnelle longue durée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modules (formation, e-learning)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cloud + authentification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—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647</Words>
  <Application>Microsoft Macintosh PowerPoint</Application>
  <PresentationFormat>Affichage à l'écran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Assistant d'Onboarding RH Intelligent - Soutenance NLP</dc:title>
  <dc:subject>PptxGenJS Presentation</dc:subject>
  <dc:creator>Martin &amp; Équipe</dc:creator>
  <cp:lastModifiedBy>Clément LE BERRE (ANEO)</cp:lastModifiedBy>
  <cp:revision>5</cp:revision>
  <dcterms:created xsi:type="dcterms:W3CDTF">2026-03-11T10:51:45Z</dcterms:created>
  <dcterms:modified xsi:type="dcterms:W3CDTF">2026-03-12T18:42:36Z</dcterms:modified>
</cp:coreProperties>
</file>